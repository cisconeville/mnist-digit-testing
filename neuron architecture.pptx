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2"/>
    <p:restoredTop sz="94630"/>
  </p:normalViewPr>
  <p:slideViewPr>
    <p:cSldViewPr snapToGrid="0">
      <p:cViewPr>
        <p:scale>
          <a:sx n="220" d="100"/>
          <a:sy n="220" d="100"/>
        </p:scale>
        <p:origin x="-132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3668-FB50-CEFF-A122-2051D0CAC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7DA04-C04B-2724-3537-07BA3B66B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6B186-7715-B05E-5991-607A9397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A49EF-6ADB-F2FB-6B3A-60C14B33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C32B1-BC41-96B2-0F17-00B55BBE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4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5E16-A432-14AD-BD08-33A940B8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5B895-EF5C-9C72-F178-9E2046274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F3EE9-2DD6-C13D-61AD-2A5CAB59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5FE7D-8FF3-2ECF-E21A-68C8618E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AD758-67E2-D452-E0BD-EBFA4059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6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6000-4E80-8C06-447F-1E890E058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9BA22-BF97-F696-A40A-D7FA2271F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FC95A-69C9-3243-5A38-54B9BB66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D3BD2-C024-C64A-9279-4E6500948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599DD-F5AF-D943-417F-328B36C6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10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44DB-0027-DDC8-EFA2-CA028272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7E9DA-2B8D-C26D-75D5-BDD5070E7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12D31-DB15-B48A-24CB-9FF72C5B3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271E1-FEF2-9BBA-8673-14E31B1D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596D1-5C8B-DCD5-7EA1-5CB6DE69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F9C4F-0E1D-7615-B775-15CF7615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6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549E-EC47-020F-6A18-6617CB910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A6EF-4D6F-3DE1-2D5B-D3DCF8763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7295C-C68A-91D5-3D46-E78F9937A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0273C-E8A0-CDCE-C111-9FD5FDA34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21A20-5D79-9EA0-5D88-CD5249BCF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262B49-8E00-7F47-29E3-CD45FD39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A829A-78D5-4C77-FDAC-F87E16C9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BB01E-AE75-47E6-4748-4CA84D8E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58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4ED5-6F25-C790-3961-3F38C2FE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4139A-B754-9AA1-BE9F-38AFA04A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1620F3-3637-CB4C-F301-A0743164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92A3E-CD7A-FBE8-2BCA-4E4322A9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5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B9E0D-4770-6EC6-F354-6E6FFF55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33145-E7CC-B3F7-824C-E86B6AC0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18245-C17E-1AB9-A40C-55BA320D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7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4555-81D4-481F-B0D9-0B68271C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A45DA-DD47-59D2-32DC-AAC7C5B57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3898B-F8D4-E39C-D952-51F510FFA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44DDB-63D4-7BFB-AC5D-3F0B3960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52D9E-9AB7-67FF-3B21-78EBA61D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F2D00-A459-78A6-86FF-311C4D93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4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388B-9008-5E0A-88BE-C916857A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E83BF4-671E-2A5B-12BF-62EFFB7F0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35BD9-3753-C9A4-7495-315D6D801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736AE-5452-43F5-25B4-6EFD2D84E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64843-C10D-3304-BDB9-F46E670B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6FEC9-0F67-834E-AB33-C9339901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7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B735-A84E-C3D7-4CC0-3D333733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E1248-B2C3-5665-E771-FF4E7393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F334E-C087-3165-C2BC-763B4E3D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1A39E-2732-C0C2-574E-E8A10067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059A2-760D-DDD7-6AA1-10F0D66D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9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3CEFE-BD32-BB17-D782-C2B908807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613A3-214D-BEAA-9957-9D942D30A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D275E-0631-E1FF-57C7-2FD4B450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612C6-538F-89D4-0731-2D484B54F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47AAC-8405-9DDB-C1B6-7DD7DE06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45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BE1086-C527-DF83-D1D6-E1F68F33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68DD1-42B3-34BF-2B80-1BABB25F7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9B1F7-18F0-D092-ED18-3E99DAF1D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E8E62-07A0-9540-8E1C-C89ADF4D78D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6647-8154-FCE4-6253-9FB748EDA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268BB-CAC1-6E9A-5A96-D1DF4C62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DCA91-9C4F-A84A-8299-B36091741C5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DF01C1-733F-63FC-BD19-009610A68CA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3908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EC27AA0-AF29-EE2B-58DE-FAE8963CD18A}"/>
              </a:ext>
            </a:extLst>
          </p:cNvPr>
          <p:cNvSpPr/>
          <p:nvPr/>
        </p:nvSpPr>
        <p:spPr>
          <a:xfrm>
            <a:off x="1561750" y="2492928"/>
            <a:ext cx="250831" cy="2468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BE2B29-2714-334E-3D07-5BC554133595}"/>
              </a:ext>
            </a:extLst>
          </p:cNvPr>
          <p:cNvSpPr/>
          <p:nvPr/>
        </p:nvSpPr>
        <p:spPr>
          <a:xfrm>
            <a:off x="1561749" y="2941152"/>
            <a:ext cx="250831" cy="2468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F61D32-FE16-B72D-9D5D-B75C4D5246A1}"/>
              </a:ext>
            </a:extLst>
          </p:cNvPr>
          <p:cNvSpPr/>
          <p:nvPr/>
        </p:nvSpPr>
        <p:spPr>
          <a:xfrm>
            <a:off x="1561749" y="3445176"/>
            <a:ext cx="250831" cy="2468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F21009-F00F-1193-293C-7EBB44B021F2}"/>
              </a:ext>
            </a:extLst>
          </p:cNvPr>
          <p:cNvSpPr/>
          <p:nvPr/>
        </p:nvSpPr>
        <p:spPr>
          <a:xfrm>
            <a:off x="1553918" y="3871297"/>
            <a:ext cx="250831" cy="2468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89E14B-C07C-884F-8BE4-CBE9E95A41A2}"/>
              </a:ext>
            </a:extLst>
          </p:cNvPr>
          <p:cNvSpPr/>
          <p:nvPr/>
        </p:nvSpPr>
        <p:spPr>
          <a:xfrm>
            <a:off x="1553917" y="4319521"/>
            <a:ext cx="250831" cy="2468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D112C1-E4F4-60E6-78DD-01686283C269}"/>
              </a:ext>
            </a:extLst>
          </p:cNvPr>
          <p:cNvSpPr/>
          <p:nvPr/>
        </p:nvSpPr>
        <p:spPr>
          <a:xfrm>
            <a:off x="1561749" y="5335273"/>
            <a:ext cx="250831" cy="2468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412EC-1CFB-878A-6DA8-CDA465D088C6}"/>
              </a:ext>
            </a:extLst>
          </p:cNvPr>
          <p:cNvSpPr txBox="1"/>
          <p:nvPr/>
        </p:nvSpPr>
        <p:spPr>
          <a:xfrm>
            <a:off x="1469050" y="4828611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9C3ACB-8AC0-B9AE-E5C1-ACFCC00DEFE4}"/>
              </a:ext>
            </a:extLst>
          </p:cNvPr>
          <p:cNvSpPr/>
          <p:nvPr/>
        </p:nvSpPr>
        <p:spPr>
          <a:xfrm>
            <a:off x="5006692" y="2246040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58BED3-5E03-CBE5-67D7-64B641B1255F}"/>
              </a:ext>
            </a:extLst>
          </p:cNvPr>
          <p:cNvSpPr/>
          <p:nvPr/>
        </p:nvSpPr>
        <p:spPr>
          <a:xfrm>
            <a:off x="5006691" y="2694264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7E0DF5-6BB1-77EE-EA42-B80327628756}"/>
              </a:ext>
            </a:extLst>
          </p:cNvPr>
          <p:cNvSpPr/>
          <p:nvPr/>
        </p:nvSpPr>
        <p:spPr>
          <a:xfrm>
            <a:off x="5006691" y="3198288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E3539BB-3427-E440-0855-D64555E48910}"/>
              </a:ext>
            </a:extLst>
          </p:cNvPr>
          <p:cNvSpPr/>
          <p:nvPr/>
        </p:nvSpPr>
        <p:spPr>
          <a:xfrm>
            <a:off x="4998860" y="3624409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D76832-B17C-F43E-3D20-353CD6C70C00}"/>
              </a:ext>
            </a:extLst>
          </p:cNvPr>
          <p:cNvSpPr/>
          <p:nvPr/>
        </p:nvSpPr>
        <p:spPr>
          <a:xfrm>
            <a:off x="4998859" y="4072633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3E512E-F7F5-D4A6-15AD-47447AEA2BE7}"/>
              </a:ext>
            </a:extLst>
          </p:cNvPr>
          <p:cNvSpPr/>
          <p:nvPr/>
        </p:nvSpPr>
        <p:spPr>
          <a:xfrm>
            <a:off x="5006691" y="5088385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4BF945-1FA6-B632-2458-60CD4D48FDA3}"/>
              </a:ext>
            </a:extLst>
          </p:cNvPr>
          <p:cNvSpPr txBox="1"/>
          <p:nvPr/>
        </p:nvSpPr>
        <p:spPr>
          <a:xfrm>
            <a:off x="4913992" y="4581723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FBC6DD-2D17-DCA7-7F95-D7B2B28CDF5A}"/>
              </a:ext>
            </a:extLst>
          </p:cNvPr>
          <p:cNvSpPr/>
          <p:nvPr/>
        </p:nvSpPr>
        <p:spPr>
          <a:xfrm>
            <a:off x="7300564" y="2601748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74119F-0B0E-6F17-C589-5006297DBC66}"/>
              </a:ext>
            </a:extLst>
          </p:cNvPr>
          <p:cNvSpPr/>
          <p:nvPr/>
        </p:nvSpPr>
        <p:spPr>
          <a:xfrm>
            <a:off x="7300563" y="3049972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31FF6FD-2EF5-E308-1D61-CECAF03CE045}"/>
              </a:ext>
            </a:extLst>
          </p:cNvPr>
          <p:cNvSpPr/>
          <p:nvPr/>
        </p:nvSpPr>
        <p:spPr>
          <a:xfrm>
            <a:off x="7300563" y="3553996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6E3ED1-9655-5674-4F76-ADB05A670291}"/>
              </a:ext>
            </a:extLst>
          </p:cNvPr>
          <p:cNvSpPr txBox="1"/>
          <p:nvPr/>
        </p:nvSpPr>
        <p:spPr>
          <a:xfrm>
            <a:off x="7207863" y="3918356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0360360-DEFC-1851-ABF1-5B0E11BF167C}"/>
              </a:ext>
            </a:extLst>
          </p:cNvPr>
          <p:cNvSpPr/>
          <p:nvPr/>
        </p:nvSpPr>
        <p:spPr>
          <a:xfrm>
            <a:off x="7300562" y="4447660"/>
            <a:ext cx="250831" cy="246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89D045-25E5-585D-0D8E-8BE557CC9884}"/>
              </a:ext>
            </a:extLst>
          </p:cNvPr>
          <p:cNvSpPr/>
          <p:nvPr/>
        </p:nvSpPr>
        <p:spPr>
          <a:xfrm>
            <a:off x="9816897" y="3288214"/>
            <a:ext cx="250831" cy="24688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7AC56C-7F10-74EB-9EA4-BE503E190CB7}"/>
              </a:ext>
            </a:extLst>
          </p:cNvPr>
          <p:cNvSpPr/>
          <p:nvPr/>
        </p:nvSpPr>
        <p:spPr>
          <a:xfrm>
            <a:off x="9816896" y="3736438"/>
            <a:ext cx="250831" cy="24688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DE287E-93B8-D7BB-8D06-5864E915E918}"/>
              </a:ext>
            </a:extLst>
          </p:cNvPr>
          <p:cNvSpPr/>
          <p:nvPr/>
        </p:nvSpPr>
        <p:spPr>
          <a:xfrm>
            <a:off x="9820008" y="4301132"/>
            <a:ext cx="250831" cy="24688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4AA217-8905-5DA1-A2A9-CD81BC3993D3}"/>
              </a:ext>
            </a:extLst>
          </p:cNvPr>
          <p:cNvCxnSpPr>
            <a:cxnSpLocks/>
            <a:stCxn id="6" idx="6"/>
            <a:endCxn id="14" idx="2"/>
          </p:cNvCxnSpPr>
          <p:nvPr/>
        </p:nvCxnSpPr>
        <p:spPr>
          <a:xfrm flipV="1">
            <a:off x="1812581" y="2369484"/>
            <a:ext cx="3194111" cy="246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4E0447-5484-9CC5-DAB9-224A5F331169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812581" y="2616372"/>
            <a:ext cx="3194110" cy="2013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AE4F27-FE02-C291-484C-30461BA23999}"/>
              </a:ext>
            </a:extLst>
          </p:cNvPr>
          <p:cNvCxnSpPr>
            <a:cxnSpLocks/>
            <a:stCxn id="6" idx="6"/>
            <a:endCxn id="16" idx="2"/>
          </p:cNvCxnSpPr>
          <p:nvPr/>
        </p:nvCxnSpPr>
        <p:spPr>
          <a:xfrm>
            <a:off x="1812581" y="2616372"/>
            <a:ext cx="3194110" cy="705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E9A4124-D740-4A6B-C0AA-D67FAB5A729A}"/>
              </a:ext>
            </a:extLst>
          </p:cNvPr>
          <p:cNvCxnSpPr>
            <a:cxnSpLocks/>
            <a:stCxn id="6" idx="6"/>
            <a:endCxn id="17" idx="2"/>
          </p:cNvCxnSpPr>
          <p:nvPr/>
        </p:nvCxnSpPr>
        <p:spPr>
          <a:xfrm>
            <a:off x="1812581" y="2616372"/>
            <a:ext cx="3186279" cy="1131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E0B813-15A5-AADC-502C-F0AE67C806E4}"/>
              </a:ext>
            </a:extLst>
          </p:cNvPr>
          <p:cNvCxnSpPr>
            <a:cxnSpLocks/>
            <a:stCxn id="6" idx="6"/>
            <a:endCxn id="18" idx="2"/>
          </p:cNvCxnSpPr>
          <p:nvPr/>
        </p:nvCxnSpPr>
        <p:spPr>
          <a:xfrm>
            <a:off x="1812581" y="2616372"/>
            <a:ext cx="3186278" cy="15797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00870D4-AF9C-14FF-A3D2-1E559299220A}"/>
              </a:ext>
            </a:extLst>
          </p:cNvPr>
          <p:cNvCxnSpPr>
            <a:cxnSpLocks/>
            <a:stCxn id="6" idx="6"/>
            <a:endCxn id="19" idx="2"/>
          </p:cNvCxnSpPr>
          <p:nvPr/>
        </p:nvCxnSpPr>
        <p:spPr>
          <a:xfrm>
            <a:off x="1812581" y="2616372"/>
            <a:ext cx="3194110" cy="2595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D58976-32D2-3BC6-A0DB-DEB60F617B0E}"/>
              </a:ext>
            </a:extLst>
          </p:cNvPr>
          <p:cNvCxnSpPr>
            <a:cxnSpLocks/>
            <a:stCxn id="8" idx="6"/>
            <a:endCxn id="14" idx="2"/>
          </p:cNvCxnSpPr>
          <p:nvPr/>
        </p:nvCxnSpPr>
        <p:spPr>
          <a:xfrm flipV="1">
            <a:off x="1812580" y="2369484"/>
            <a:ext cx="3194112" cy="6951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E9AAC98-A8D2-C46D-52C7-0A4571A47F4C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 flipV="1">
            <a:off x="1812580" y="2817708"/>
            <a:ext cx="3194111" cy="246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58DF49B-4AEC-4AFD-F69B-67368CFF95BE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12580" y="3064596"/>
            <a:ext cx="3194111" cy="257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4E8356B-7F5E-2E2C-B21A-F4F3725314E7}"/>
              </a:ext>
            </a:extLst>
          </p:cNvPr>
          <p:cNvCxnSpPr>
            <a:cxnSpLocks/>
            <a:stCxn id="8" idx="6"/>
            <a:endCxn id="17" idx="2"/>
          </p:cNvCxnSpPr>
          <p:nvPr/>
        </p:nvCxnSpPr>
        <p:spPr>
          <a:xfrm>
            <a:off x="1812580" y="3064596"/>
            <a:ext cx="3186280" cy="683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D74339-75B6-C257-2114-B815B16A8F83}"/>
              </a:ext>
            </a:extLst>
          </p:cNvPr>
          <p:cNvCxnSpPr>
            <a:cxnSpLocks/>
            <a:stCxn id="8" idx="6"/>
            <a:endCxn id="18" idx="2"/>
          </p:cNvCxnSpPr>
          <p:nvPr/>
        </p:nvCxnSpPr>
        <p:spPr>
          <a:xfrm>
            <a:off x="1812580" y="3064596"/>
            <a:ext cx="3186279" cy="1131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870B797-5CDB-955A-5D78-712EA6739717}"/>
              </a:ext>
            </a:extLst>
          </p:cNvPr>
          <p:cNvCxnSpPr>
            <a:cxnSpLocks/>
            <a:stCxn id="8" idx="6"/>
            <a:endCxn id="19" idx="2"/>
          </p:cNvCxnSpPr>
          <p:nvPr/>
        </p:nvCxnSpPr>
        <p:spPr>
          <a:xfrm>
            <a:off x="1812580" y="3064596"/>
            <a:ext cx="3194111" cy="2147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16A1FFC-63EA-0D20-EE80-231420FCF292}"/>
              </a:ext>
            </a:extLst>
          </p:cNvPr>
          <p:cNvCxnSpPr>
            <a:cxnSpLocks/>
            <a:stCxn id="9" idx="6"/>
            <a:endCxn id="16" idx="2"/>
          </p:cNvCxnSpPr>
          <p:nvPr/>
        </p:nvCxnSpPr>
        <p:spPr>
          <a:xfrm flipV="1">
            <a:off x="1812580" y="3321732"/>
            <a:ext cx="3194111" cy="246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FD07F3-C7EE-CEB0-DC86-F8FB031199C8}"/>
              </a:ext>
            </a:extLst>
          </p:cNvPr>
          <p:cNvCxnSpPr>
            <a:cxnSpLocks/>
            <a:stCxn id="9" idx="6"/>
            <a:endCxn id="17" idx="2"/>
          </p:cNvCxnSpPr>
          <p:nvPr/>
        </p:nvCxnSpPr>
        <p:spPr>
          <a:xfrm>
            <a:off x="1812580" y="3568620"/>
            <a:ext cx="3186280" cy="179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7DFCE62-626F-83AD-AFA9-758571C37733}"/>
              </a:ext>
            </a:extLst>
          </p:cNvPr>
          <p:cNvCxnSpPr>
            <a:cxnSpLocks/>
            <a:stCxn id="9" idx="6"/>
            <a:endCxn id="18" idx="2"/>
          </p:cNvCxnSpPr>
          <p:nvPr/>
        </p:nvCxnSpPr>
        <p:spPr>
          <a:xfrm>
            <a:off x="1812580" y="3568620"/>
            <a:ext cx="3186279" cy="627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72A9EF0-CA15-CC50-A049-2AF5F507283F}"/>
              </a:ext>
            </a:extLst>
          </p:cNvPr>
          <p:cNvCxnSpPr>
            <a:cxnSpLocks/>
            <a:stCxn id="9" idx="6"/>
            <a:endCxn id="19" idx="2"/>
          </p:cNvCxnSpPr>
          <p:nvPr/>
        </p:nvCxnSpPr>
        <p:spPr>
          <a:xfrm>
            <a:off x="1812580" y="3568620"/>
            <a:ext cx="3194111" cy="1643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E8E724F-DC19-F2D2-F55C-BE03662CEEF7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1812580" y="2817708"/>
            <a:ext cx="3194111" cy="750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43EBB96-7D66-F41D-7A5D-83067A3527A8}"/>
              </a:ext>
            </a:extLst>
          </p:cNvPr>
          <p:cNvCxnSpPr>
            <a:cxnSpLocks/>
            <a:stCxn id="9" idx="6"/>
            <a:endCxn id="14" idx="2"/>
          </p:cNvCxnSpPr>
          <p:nvPr/>
        </p:nvCxnSpPr>
        <p:spPr>
          <a:xfrm flipV="1">
            <a:off x="1812580" y="2369484"/>
            <a:ext cx="3194112" cy="1199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3B46F0D-3636-5CDC-929B-9B3B93BC1C59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 flipV="1">
            <a:off x="1804749" y="2369484"/>
            <a:ext cx="3201943" cy="1625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45D72DE-B2A8-4AF0-66A3-3B1B3CAB5E04}"/>
              </a:ext>
            </a:extLst>
          </p:cNvPr>
          <p:cNvCxnSpPr>
            <a:cxnSpLocks/>
            <a:stCxn id="10" idx="6"/>
            <a:endCxn id="15" idx="2"/>
          </p:cNvCxnSpPr>
          <p:nvPr/>
        </p:nvCxnSpPr>
        <p:spPr>
          <a:xfrm flipV="1">
            <a:off x="1804749" y="2817708"/>
            <a:ext cx="3201942" cy="11770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6ADF898-6FE3-B530-4F95-C75F4755352E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 flipV="1">
            <a:off x="1804749" y="3321732"/>
            <a:ext cx="3201942" cy="6730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3EFC980-37CE-F020-7C01-7A55F71C7112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 flipV="1">
            <a:off x="1804749" y="3747853"/>
            <a:ext cx="3194111" cy="246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1EB7DEB-9F33-3380-1637-E3F855285CC2}"/>
              </a:ext>
            </a:extLst>
          </p:cNvPr>
          <p:cNvCxnSpPr>
            <a:cxnSpLocks/>
            <a:stCxn id="10" idx="6"/>
            <a:endCxn id="18" idx="2"/>
          </p:cNvCxnSpPr>
          <p:nvPr/>
        </p:nvCxnSpPr>
        <p:spPr>
          <a:xfrm>
            <a:off x="1804749" y="3994741"/>
            <a:ext cx="3194110" cy="2013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D8EE604-FCEB-7F31-0DFF-D86C492E772F}"/>
              </a:ext>
            </a:extLst>
          </p:cNvPr>
          <p:cNvCxnSpPr>
            <a:cxnSpLocks/>
            <a:stCxn id="10" idx="6"/>
            <a:endCxn id="19" idx="2"/>
          </p:cNvCxnSpPr>
          <p:nvPr/>
        </p:nvCxnSpPr>
        <p:spPr>
          <a:xfrm>
            <a:off x="1804749" y="3994741"/>
            <a:ext cx="3201942" cy="1217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2937CF-B1F3-568A-F31F-54C6CFD4FA91}"/>
              </a:ext>
            </a:extLst>
          </p:cNvPr>
          <p:cNvCxnSpPr>
            <a:cxnSpLocks/>
            <a:stCxn id="11" idx="6"/>
            <a:endCxn id="14" idx="2"/>
          </p:cNvCxnSpPr>
          <p:nvPr/>
        </p:nvCxnSpPr>
        <p:spPr>
          <a:xfrm flipV="1">
            <a:off x="1804748" y="2369484"/>
            <a:ext cx="3201944" cy="2073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469AEA-4466-867D-BADC-F7FEDBC347C8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 flipV="1">
            <a:off x="1804748" y="2817708"/>
            <a:ext cx="3201943" cy="1625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590D709-F0AF-493C-F118-30E42E8A0E62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1804748" y="3321732"/>
            <a:ext cx="3201943" cy="1121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18F04B2-67AE-C651-B45F-ACE61D79DA28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 flipV="1">
            <a:off x="1804748" y="3747853"/>
            <a:ext cx="3194112" cy="6951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784842C-9E44-49EC-7BA0-489B5C50DA32}"/>
              </a:ext>
            </a:extLst>
          </p:cNvPr>
          <p:cNvCxnSpPr>
            <a:cxnSpLocks/>
            <a:stCxn id="11" idx="6"/>
            <a:endCxn id="18" idx="2"/>
          </p:cNvCxnSpPr>
          <p:nvPr/>
        </p:nvCxnSpPr>
        <p:spPr>
          <a:xfrm flipV="1">
            <a:off x="1804748" y="4196077"/>
            <a:ext cx="3194111" cy="246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13D1130-F743-3897-0B07-CC9074E39FB3}"/>
              </a:ext>
            </a:extLst>
          </p:cNvPr>
          <p:cNvCxnSpPr>
            <a:cxnSpLocks/>
            <a:stCxn id="11" idx="6"/>
            <a:endCxn id="19" idx="2"/>
          </p:cNvCxnSpPr>
          <p:nvPr/>
        </p:nvCxnSpPr>
        <p:spPr>
          <a:xfrm>
            <a:off x="1804748" y="4442965"/>
            <a:ext cx="3201943" cy="7688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45526CE-9819-1C07-821F-C2B62FDC3370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 flipV="1">
            <a:off x="1812580" y="2369484"/>
            <a:ext cx="3194112" cy="3089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D45ED0B-9D46-EFD9-B7E6-173604AE539E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 flipV="1">
            <a:off x="1812580" y="2817708"/>
            <a:ext cx="3194111" cy="26410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7A9664C-DC8E-CA0F-3A5D-FBC469D68674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 flipV="1">
            <a:off x="1812580" y="3321732"/>
            <a:ext cx="3194111" cy="21369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F15855D-21A5-904D-A95C-6B46149DB562}"/>
              </a:ext>
            </a:extLst>
          </p:cNvPr>
          <p:cNvCxnSpPr>
            <a:cxnSpLocks/>
            <a:stCxn id="12" idx="6"/>
            <a:endCxn id="17" idx="2"/>
          </p:cNvCxnSpPr>
          <p:nvPr/>
        </p:nvCxnSpPr>
        <p:spPr>
          <a:xfrm flipV="1">
            <a:off x="1812580" y="3747853"/>
            <a:ext cx="3186280" cy="17108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D04F43F-435B-7D22-3C4F-70C63AE1FFB9}"/>
              </a:ext>
            </a:extLst>
          </p:cNvPr>
          <p:cNvCxnSpPr>
            <a:cxnSpLocks/>
            <a:stCxn id="12" idx="6"/>
            <a:endCxn id="18" idx="2"/>
          </p:cNvCxnSpPr>
          <p:nvPr/>
        </p:nvCxnSpPr>
        <p:spPr>
          <a:xfrm flipV="1">
            <a:off x="1812580" y="4196077"/>
            <a:ext cx="3186279" cy="12626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2640F8C-AF4E-785E-9357-8FD82A705324}"/>
              </a:ext>
            </a:extLst>
          </p:cNvPr>
          <p:cNvCxnSpPr>
            <a:cxnSpLocks/>
            <a:stCxn id="12" idx="6"/>
            <a:endCxn id="19" idx="2"/>
          </p:cNvCxnSpPr>
          <p:nvPr/>
        </p:nvCxnSpPr>
        <p:spPr>
          <a:xfrm flipV="1">
            <a:off x="1812580" y="5211829"/>
            <a:ext cx="3194111" cy="246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0F12B6E-0C99-8815-7AC3-C2C27B29A107}"/>
              </a:ext>
            </a:extLst>
          </p:cNvPr>
          <p:cNvCxnSpPr>
            <a:cxnSpLocks/>
            <a:stCxn id="14" idx="6"/>
            <a:endCxn id="21" idx="2"/>
          </p:cNvCxnSpPr>
          <p:nvPr/>
        </p:nvCxnSpPr>
        <p:spPr>
          <a:xfrm>
            <a:off x="5257523" y="2369484"/>
            <a:ext cx="2043041" cy="355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F6DA015-5C12-8B42-C646-6D3DE55FF15E}"/>
              </a:ext>
            </a:extLst>
          </p:cNvPr>
          <p:cNvCxnSpPr>
            <a:cxnSpLocks/>
            <a:stCxn id="14" idx="6"/>
            <a:endCxn id="22" idx="2"/>
          </p:cNvCxnSpPr>
          <p:nvPr/>
        </p:nvCxnSpPr>
        <p:spPr>
          <a:xfrm>
            <a:off x="5257523" y="2369484"/>
            <a:ext cx="2043040" cy="8039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1E65A88-EAEB-B014-17A3-037F4DE30742}"/>
              </a:ext>
            </a:extLst>
          </p:cNvPr>
          <p:cNvCxnSpPr>
            <a:cxnSpLocks/>
            <a:stCxn id="14" idx="6"/>
            <a:endCxn id="23" idx="2"/>
          </p:cNvCxnSpPr>
          <p:nvPr/>
        </p:nvCxnSpPr>
        <p:spPr>
          <a:xfrm>
            <a:off x="5257523" y="2369484"/>
            <a:ext cx="2043040" cy="13079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3059945-BFC4-33F5-0669-109FE1DB2391}"/>
              </a:ext>
            </a:extLst>
          </p:cNvPr>
          <p:cNvCxnSpPr>
            <a:cxnSpLocks/>
            <a:stCxn id="14" idx="6"/>
            <a:endCxn id="25" idx="2"/>
          </p:cNvCxnSpPr>
          <p:nvPr/>
        </p:nvCxnSpPr>
        <p:spPr>
          <a:xfrm>
            <a:off x="5257523" y="2369484"/>
            <a:ext cx="2043039" cy="2201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35A4988-0132-CB96-FFD4-9FFBA21F5B86}"/>
              </a:ext>
            </a:extLst>
          </p:cNvPr>
          <p:cNvCxnSpPr>
            <a:cxnSpLocks/>
            <a:stCxn id="15" idx="6"/>
            <a:endCxn id="21" idx="2"/>
          </p:cNvCxnSpPr>
          <p:nvPr/>
        </p:nvCxnSpPr>
        <p:spPr>
          <a:xfrm flipV="1">
            <a:off x="5257522" y="2725192"/>
            <a:ext cx="2043042" cy="92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2F268D1-8FC6-FC33-C32A-AB8878E96821}"/>
              </a:ext>
            </a:extLst>
          </p:cNvPr>
          <p:cNvCxnSpPr>
            <a:cxnSpLocks/>
            <a:stCxn id="15" idx="6"/>
            <a:endCxn id="22" idx="2"/>
          </p:cNvCxnSpPr>
          <p:nvPr/>
        </p:nvCxnSpPr>
        <p:spPr>
          <a:xfrm>
            <a:off x="5257522" y="2817708"/>
            <a:ext cx="2043041" cy="355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CB21C30-B83A-8AAF-BCCC-1CC69A7351CA}"/>
              </a:ext>
            </a:extLst>
          </p:cNvPr>
          <p:cNvCxnSpPr>
            <a:cxnSpLocks/>
            <a:stCxn id="15" idx="6"/>
            <a:endCxn id="23" idx="2"/>
          </p:cNvCxnSpPr>
          <p:nvPr/>
        </p:nvCxnSpPr>
        <p:spPr>
          <a:xfrm>
            <a:off x="5257522" y="2817708"/>
            <a:ext cx="2043041" cy="8597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C068D15-4CED-4C97-B22A-9791B1198EFB}"/>
              </a:ext>
            </a:extLst>
          </p:cNvPr>
          <p:cNvCxnSpPr>
            <a:cxnSpLocks/>
            <a:stCxn id="25" idx="2"/>
            <a:endCxn id="15" idx="6"/>
          </p:cNvCxnSpPr>
          <p:nvPr/>
        </p:nvCxnSpPr>
        <p:spPr>
          <a:xfrm flipH="1" flipV="1">
            <a:off x="5257522" y="2817708"/>
            <a:ext cx="2043040" cy="1753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089E32A-93F3-09F5-2692-F56A93297A01}"/>
              </a:ext>
            </a:extLst>
          </p:cNvPr>
          <p:cNvCxnSpPr>
            <a:cxnSpLocks/>
            <a:stCxn id="21" idx="2"/>
            <a:endCxn id="16" idx="6"/>
          </p:cNvCxnSpPr>
          <p:nvPr/>
        </p:nvCxnSpPr>
        <p:spPr>
          <a:xfrm flipH="1">
            <a:off x="5257522" y="2725192"/>
            <a:ext cx="2043042" cy="5965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476FFAF-05C6-B237-151D-8A2B0D7314C5}"/>
              </a:ext>
            </a:extLst>
          </p:cNvPr>
          <p:cNvCxnSpPr>
            <a:cxnSpLocks/>
            <a:stCxn id="22" idx="2"/>
            <a:endCxn id="16" idx="6"/>
          </p:cNvCxnSpPr>
          <p:nvPr/>
        </p:nvCxnSpPr>
        <p:spPr>
          <a:xfrm flipH="1">
            <a:off x="5257522" y="3173416"/>
            <a:ext cx="2043041" cy="1483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D4C2B5B-BF08-51BD-4B20-2B1D19DA3B91}"/>
              </a:ext>
            </a:extLst>
          </p:cNvPr>
          <p:cNvCxnSpPr>
            <a:cxnSpLocks/>
            <a:stCxn id="23" idx="2"/>
            <a:endCxn id="16" idx="6"/>
          </p:cNvCxnSpPr>
          <p:nvPr/>
        </p:nvCxnSpPr>
        <p:spPr>
          <a:xfrm flipH="1" flipV="1">
            <a:off x="5257522" y="3321732"/>
            <a:ext cx="2043041" cy="355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6BE0C31-4636-B3DC-11B8-C4D12C573E08}"/>
              </a:ext>
            </a:extLst>
          </p:cNvPr>
          <p:cNvCxnSpPr>
            <a:cxnSpLocks/>
            <a:stCxn id="25" idx="2"/>
            <a:endCxn id="16" idx="6"/>
          </p:cNvCxnSpPr>
          <p:nvPr/>
        </p:nvCxnSpPr>
        <p:spPr>
          <a:xfrm flipH="1" flipV="1">
            <a:off x="5257522" y="3321732"/>
            <a:ext cx="2043040" cy="1249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69BFEEE-535A-B85B-824A-99355D290BA4}"/>
              </a:ext>
            </a:extLst>
          </p:cNvPr>
          <p:cNvCxnSpPr>
            <a:cxnSpLocks/>
            <a:stCxn id="21" idx="2"/>
            <a:endCxn id="17" idx="6"/>
          </p:cNvCxnSpPr>
          <p:nvPr/>
        </p:nvCxnSpPr>
        <p:spPr>
          <a:xfrm flipH="1">
            <a:off x="5249691" y="2725192"/>
            <a:ext cx="2050873" cy="10226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CE506A1-DF8B-8A79-4E8B-C5C24BD083D8}"/>
              </a:ext>
            </a:extLst>
          </p:cNvPr>
          <p:cNvCxnSpPr>
            <a:cxnSpLocks/>
            <a:stCxn id="22" idx="2"/>
            <a:endCxn id="17" idx="6"/>
          </p:cNvCxnSpPr>
          <p:nvPr/>
        </p:nvCxnSpPr>
        <p:spPr>
          <a:xfrm flipH="1">
            <a:off x="5249691" y="3173416"/>
            <a:ext cx="2050872" cy="5744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135EC84-0E3D-0BA2-5644-F4E0D8BFDF68}"/>
              </a:ext>
            </a:extLst>
          </p:cNvPr>
          <p:cNvCxnSpPr>
            <a:cxnSpLocks/>
            <a:stCxn id="23" idx="2"/>
            <a:endCxn id="17" idx="6"/>
          </p:cNvCxnSpPr>
          <p:nvPr/>
        </p:nvCxnSpPr>
        <p:spPr>
          <a:xfrm flipH="1">
            <a:off x="5249691" y="3677440"/>
            <a:ext cx="2050872" cy="70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A6A4F71-5707-4590-C29D-54235FBEB7F6}"/>
              </a:ext>
            </a:extLst>
          </p:cNvPr>
          <p:cNvCxnSpPr>
            <a:cxnSpLocks/>
            <a:stCxn id="25" idx="2"/>
            <a:endCxn id="17" idx="6"/>
          </p:cNvCxnSpPr>
          <p:nvPr/>
        </p:nvCxnSpPr>
        <p:spPr>
          <a:xfrm flipH="1" flipV="1">
            <a:off x="5249691" y="3747853"/>
            <a:ext cx="2050871" cy="823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9264731-022D-024D-4152-E08EFD8C6C23}"/>
              </a:ext>
            </a:extLst>
          </p:cNvPr>
          <p:cNvCxnSpPr>
            <a:cxnSpLocks/>
            <a:stCxn id="21" idx="2"/>
            <a:endCxn id="18" idx="6"/>
          </p:cNvCxnSpPr>
          <p:nvPr/>
        </p:nvCxnSpPr>
        <p:spPr>
          <a:xfrm flipH="1">
            <a:off x="5249690" y="2725192"/>
            <a:ext cx="2050874" cy="14708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CE1DAF7-7918-5933-308D-514A671E3458}"/>
              </a:ext>
            </a:extLst>
          </p:cNvPr>
          <p:cNvCxnSpPr>
            <a:cxnSpLocks/>
            <a:stCxn id="22" idx="2"/>
            <a:endCxn id="18" idx="6"/>
          </p:cNvCxnSpPr>
          <p:nvPr/>
        </p:nvCxnSpPr>
        <p:spPr>
          <a:xfrm flipH="1">
            <a:off x="5249690" y="3173416"/>
            <a:ext cx="2050873" cy="10226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9CCAFC1-1D88-C402-6A7B-481F920850E2}"/>
              </a:ext>
            </a:extLst>
          </p:cNvPr>
          <p:cNvCxnSpPr>
            <a:cxnSpLocks/>
            <a:stCxn id="23" idx="2"/>
            <a:endCxn id="18" idx="6"/>
          </p:cNvCxnSpPr>
          <p:nvPr/>
        </p:nvCxnSpPr>
        <p:spPr>
          <a:xfrm flipH="1">
            <a:off x="5249690" y="3677440"/>
            <a:ext cx="2050873" cy="5186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9BAFF7B-B75F-58C7-141E-1D29B8737E81}"/>
              </a:ext>
            </a:extLst>
          </p:cNvPr>
          <p:cNvCxnSpPr>
            <a:cxnSpLocks/>
            <a:stCxn id="25" idx="2"/>
            <a:endCxn id="18" idx="6"/>
          </p:cNvCxnSpPr>
          <p:nvPr/>
        </p:nvCxnSpPr>
        <p:spPr>
          <a:xfrm flipH="1" flipV="1">
            <a:off x="5249690" y="4196077"/>
            <a:ext cx="2050872" cy="3750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B37898D-08A1-5CB4-ACFC-D4C4F4FB0C80}"/>
              </a:ext>
            </a:extLst>
          </p:cNvPr>
          <p:cNvCxnSpPr>
            <a:cxnSpLocks/>
            <a:stCxn id="21" idx="6"/>
            <a:endCxn id="26" idx="2"/>
          </p:cNvCxnSpPr>
          <p:nvPr/>
        </p:nvCxnSpPr>
        <p:spPr>
          <a:xfrm>
            <a:off x="7551395" y="2725192"/>
            <a:ext cx="2265502" cy="686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317C0C0-3C0D-6C90-BBC8-2A130E5C09B2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>
            <a:off x="7551395" y="2725192"/>
            <a:ext cx="2265501" cy="1134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8816B07-9194-7888-ACE5-485BF61C8BF3}"/>
              </a:ext>
            </a:extLst>
          </p:cNvPr>
          <p:cNvCxnSpPr>
            <a:cxnSpLocks/>
            <a:stCxn id="21" idx="6"/>
            <a:endCxn id="28" idx="2"/>
          </p:cNvCxnSpPr>
          <p:nvPr/>
        </p:nvCxnSpPr>
        <p:spPr>
          <a:xfrm>
            <a:off x="7551395" y="2725192"/>
            <a:ext cx="2268613" cy="16993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9DBDD80-F2B5-0CD6-0F6C-7936BB135761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7551394" y="3173416"/>
            <a:ext cx="2265503" cy="2382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772157C-5607-063A-B73D-833FF269A679}"/>
              </a:ext>
            </a:extLst>
          </p:cNvPr>
          <p:cNvCxnSpPr>
            <a:cxnSpLocks/>
            <a:stCxn id="22" idx="6"/>
            <a:endCxn id="27" idx="2"/>
          </p:cNvCxnSpPr>
          <p:nvPr/>
        </p:nvCxnSpPr>
        <p:spPr>
          <a:xfrm>
            <a:off x="7551394" y="3173416"/>
            <a:ext cx="2265502" cy="686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5A38923-6292-AAE8-A8BB-D58323238B99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7551394" y="3173416"/>
            <a:ext cx="2268614" cy="1251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691EEB7-6FAB-5277-0FDC-459187DD3AF9}"/>
              </a:ext>
            </a:extLst>
          </p:cNvPr>
          <p:cNvCxnSpPr>
            <a:cxnSpLocks/>
            <a:stCxn id="23" idx="6"/>
            <a:endCxn id="26" idx="2"/>
          </p:cNvCxnSpPr>
          <p:nvPr/>
        </p:nvCxnSpPr>
        <p:spPr>
          <a:xfrm flipV="1">
            <a:off x="7551394" y="3411658"/>
            <a:ext cx="2265503" cy="265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1EF0AF-45BD-7CAE-8F87-BB84610A2DF0}"/>
              </a:ext>
            </a:extLst>
          </p:cNvPr>
          <p:cNvCxnSpPr>
            <a:cxnSpLocks/>
            <a:stCxn id="23" idx="6"/>
            <a:endCxn id="27" idx="2"/>
          </p:cNvCxnSpPr>
          <p:nvPr/>
        </p:nvCxnSpPr>
        <p:spPr>
          <a:xfrm>
            <a:off x="7551394" y="3677440"/>
            <a:ext cx="2265502" cy="1824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9AEE88C-0D9E-C904-4422-1CDD937B3E26}"/>
              </a:ext>
            </a:extLst>
          </p:cNvPr>
          <p:cNvCxnSpPr>
            <a:cxnSpLocks/>
            <a:stCxn id="23" idx="6"/>
            <a:endCxn id="28" idx="2"/>
          </p:cNvCxnSpPr>
          <p:nvPr/>
        </p:nvCxnSpPr>
        <p:spPr>
          <a:xfrm>
            <a:off x="7551394" y="3677440"/>
            <a:ext cx="2268614" cy="747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1506556-07EC-832F-FBF5-66E6BC95612E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 flipV="1">
            <a:off x="7551393" y="3411658"/>
            <a:ext cx="2265504" cy="11594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4F742A6-3926-9FD5-78D8-7278D10EA8EB}"/>
              </a:ext>
            </a:extLst>
          </p:cNvPr>
          <p:cNvCxnSpPr>
            <a:cxnSpLocks/>
            <a:stCxn id="25" idx="6"/>
            <a:endCxn id="27" idx="2"/>
          </p:cNvCxnSpPr>
          <p:nvPr/>
        </p:nvCxnSpPr>
        <p:spPr>
          <a:xfrm flipV="1">
            <a:off x="7551393" y="3859882"/>
            <a:ext cx="2265503" cy="711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3FC0595-E8FD-93A1-5240-852F08B1CBAA}"/>
              </a:ext>
            </a:extLst>
          </p:cNvPr>
          <p:cNvCxnSpPr>
            <a:cxnSpLocks/>
            <a:stCxn id="25" idx="6"/>
            <a:endCxn id="28" idx="2"/>
          </p:cNvCxnSpPr>
          <p:nvPr/>
        </p:nvCxnSpPr>
        <p:spPr>
          <a:xfrm flipV="1">
            <a:off x="7551393" y="4424576"/>
            <a:ext cx="2268615" cy="1465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622699D-D611-D5F1-0F8D-D3AD99C4BEB3}"/>
              </a:ext>
            </a:extLst>
          </p:cNvPr>
          <p:cNvSpPr txBox="1"/>
          <p:nvPr/>
        </p:nvSpPr>
        <p:spPr>
          <a:xfrm>
            <a:off x="1191930" y="1885647"/>
            <a:ext cx="913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Input layer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F06B63-F54F-CC3D-7E9B-66D76C0962E5}"/>
              </a:ext>
            </a:extLst>
          </p:cNvPr>
          <p:cNvSpPr txBox="1"/>
          <p:nvPr/>
        </p:nvSpPr>
        <p:spPr>
          <a:xfrm>
            <a:off x="9665009" y="2818375"/>
            <a:ext cx="1247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Output layer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D9B8725-95B6-C237-11BD-46E6B0D04A2B}"/>
              </a:ext>
            </a:extLst>
          </p:cNvPr>
          <p:cNvCxnSpPr>
            <a:cxnSpLocks/>
            <a:stCxn id="19" idx="6"/>
            <a:endCxn id="21" idx="2"/>
          </p:cNvCxnSpPr>
          <p:nvPr/>
        </p:nvCxnSpPr>
        <p:spPr>
          <a:xfrm flipV="1">
            <a:off x="5257522" y="2725192"/>
            <a:ext cx="2043042" cy="24866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51D16EC-E855-D187-B213-48F02997B02E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 flipV="1">
            <a:off x="5257522" y="3173416"/>
            <a:ext cx="2043041" cy="2038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EE75515-EEE7-81FA-6A59-3C072F46E85B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 flipV="1">
            <a:off x="5257522" y="3677440"/>
            <a:ext cx="2043041" cy="1534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D4B39B7-A4BA-6109-6468-351124C4B43B}"/>
              </a:ext>
            </a:extLst>
          </p:cNvPr>
          <p:cNvCxnSpPr>
            <a:cxnSpLocks/>
            <a:stCxn id="19" idx="6"/>
            <a:endCxn id="25" idx="2"/>
          </p:cNvCxnSpPr>
          <p:nvPr/>
        </p:nvCxnSpPr>
        <p:spPr>
          <a:xfrm flipV="1">
            <a:off x="5257522" y="4571104"/>
            <a:ext cx="2043040" cy="640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265E2948-136D-1B44-380B-A1AD9054E583}"/>
              </a:ext>
            </a:extLst>
          </p:cNvPr>
          <p:cNvSpPr txBox="1"/>
          <p:nvPr/>
        </p:nvSpPr>
        <p:spPr>
          <a:xfrm>
            <a:off x="1197965" y="2448193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r>
              <a:rPr lang="en-US" sz="1200" baseline="-250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FE7AD711-B339-1498-CE09-1E71FF10ADDE}"/>
              </a:ext>
            </a:extLst>
          </p:cNvPr>
          <p:cNvSpPr txBox="1"/>
          <p:nvPr/>
        </p:nvSpPr>
        <p:spPr>
          <a:xfrm>
            <a:off x="1214909" y="2909810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r>
              <a:rPr lang="en-US" sz="1200" baseline="-25000" dirty="0"/>
              <a:t>2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17BD66E9-5762-3B04-E920-A3326670CE99}"/>
              </a:ext>
            </a:extLst>
          </p:cNvPr>
          <p:cNvSpPr txBox="1"/>
          <p:nvPr/>
        </p:nvSpPr>
        <p:spPr>
          <a:xfrm>
            <a:off x="1214909" y="3420272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r>
              <a:rPr lang="en-US" sz="1200" baseline="-25000" dirty="0"/>
              <a:t>3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E09BFCA8-0F43-4B42-94CE-D9B52030E193}"/>
              </a:ext>
            </a:extLst>
          </p:cNvPr>
          <p:cNvSpPr txBox="1"/>
          <p:nvPr/>
        </p:nvSpPr>
        <p:spPr>
          <a:xfrm>
            <a:off x="3025420" y="1354399"/>
            <a:ext cx="913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fc1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9D9D6FC-386D-0403-2617-07B84416AF24}"/>
              </a:ext>
            </a:extLst>
          </p:cNvPr>
          <p:cNvSpPr txBox="1"/>
          <p:nvPr/>
        </p:nvSpPr>
        <p:spPr>
          <a:xfrm>
            <a:off x="9784178" y="3871297"/>
            <a:ext cx="43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FEDA37D-9515-81E2-0983-5C96414FF0CE}"/>
              </a:ext>
            </a:extLst>
          </p:cNvPr>
          <p:cNvSpPr txBox="1"/>
          <p:nvPr/>
        </p:nvSpPr>
        <p:spPr>
          <a:xfrm>
            <a:off x="1218219" y="3845958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r>
              <a:rPr lang="en-US" sz="1200" baseline="-25000" dirty="0"/>
              <a:t>4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A8367E2-D610-9205-0619-556C1FDFBF5D}"/>
              </a:ext>
            </a:extLst>
          </p:cNvPr>
          <p:cNvSpPr txBox="1"/>
          <p:nvPr/>
        </p:nvSpPr>
        <p:spPr>
          <a:xfrm>
            <a:off x="1235163" y="4307575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r>
              <a:rPr lang="en-US" sz="1200" baseline="-25000" dirty="0"/>
              <a:t>5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E18D281-8B32-FCC3-CC66-1EA31C8F97CB}"/>
              </a:ext>
            </a:extLst>
          </p:cNvPr>
          <p:cNvSpPr txBox="1"/>
          <p:nvPr/>
        </p:nvSpPr>
        <p:spPr>
          <a:xfrm>
            <a:off x="1110253" y="5338666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r>
              <a:rPr lang="en-US" sz="1200" baseline="-25000" dirty="0"/>
              <a:t>784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7D6697B-1BAD-63D1-DC56-E4BF0FFC4C1F}"/>
              </a:ext>
            </a:extLst>
          </p:cNvPr>
          <p:cNvSpPr txBox="1"/>
          <p:nvPr/>
        </p:nvSpPr>
        <p:spPr>
          <a:xfrm>
            <a:off x="10067727" y="3258103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r>
              <a:rPr lang="en-US" sz="1200" baseline="-25000" dirty="0"/>
              <a:t>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9671DB1-050C-8E6A-5DD1-08DE1C70C328}"/>
              </a:ext>
            </a:extLst>
          </p:cNvPr>
          <p:cNvSpPr txBox="1"/>
          <p:nvPr/>
        </p:nvSpPr>
        <p:spPr>
          <a:xfrm>
            <a:off x="10067726" y="3721382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r>
              <a:rPr lang="en-US" sz="1200" baseline="-25000" dirty="0"/>
              <a:t>2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ECFB2A1-F910-BFC2-609E-ECB4276424A7}"/>
              </a:ext>
            </a:extLst>
          </p:cNvPr>
          <p:cNvSpPr txBox="1"/>
          <p:nvPr/>
        </p:nvSpPr>
        <p:spPr>
          <a:xfrm>
            <a:off x="10067528" y="4271021"/>
            <a:ext cx="44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r>
              <a:rPr lang="en-US" sz="1200" baseline="-25000" dirty="0"/>
              <a:t>10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E570E9B3-90EC-40C6-E0D4-BADB9F8F9F78}"/>
              </a:ext>
            </a:extLst>
          </p:cNvPr>
          <p:cNvSpPr txBox="1"/>
          <p:nvPr/>
        </p:nvSpPr>
        <p:spPr>
          <a:xfrm>
            <a:off x="5991359" y="1380190"/>
            <a:ext cx="913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fc2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3629F409-1D35-68A2-8030-22D21E7AD4FE}"/>
              </a:ext>
            </a:extLst>
          </p:cNvPr>
          <p:cNvSpPr txBox="1"/>
          <p:nvPr/>
        </p:nvSpPr>
        <p:spPr>
          <a:xfrm>
            <a:off x="8537611" y="1478663"/>
            <a:ext cx="913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fc3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980F91EC-5EE0-C879-909D-E641304A8DC7}"/>
              </a:ext>
            </a:extLst>
          </p:cNvPr>
          <p:cNvSpPr txBox="1"/>
          <p:nvPr/>
        </p:nvSpPr>
        <p:spPr>
          <a:xfrm>
            <a:off x="4957031" y="2230726"/>
            <a:ext cx="442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h1</a:t>
            </a:r>
            <a:r>
              <a:rPr lang="en-US" sz="8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1D7F0D44-6088-6E2A-BB71-879239FF89F6}"/>
              </a:ext>
            </a:extLst>
          </p:cNvPr>
          <p:cNvSpPr txBox="1"/>
          <p:nvPr/>
        </p:nvSpPr>
        <p:spPr>
          <a:xfrm>
            <a:off x="4939167" y="5104107"/>
            <a:ext cx="442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h1</a:t>
            </a:r>
            <a:r>
              <a:rPr lang="en-US" sz="800" baseline="-25000" dirty="0">
                <a:solidFill>
                  <a:schemeClr val="bg1"/>
                </a:solidFill>
              </a:rPr>
              <a:t>256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A06E4FB3-FAB7-D1B1-8C8C-D5361F916716}"/>
              </a:ext>
            </a:extLst>
          </p:cNvPr>
          <p:cNvSpPr txBox="1"/>
          <p:nvPr/>
        </p:nvSpPr>
        <p:spPr>
          <a:xfrm>
            <a:off x="7250902" y="2621858"/>
            <a:ext cx="442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h2</a:t>
            </a:r>
            <a:r>
              <a:rPr lang="en-US" sz="8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601017F2-39D5-A169-EF5B-854153941C18}"/>
              </a:ext>
            </a:extLst>
          </p:cNvPr>
          <p:cNvSpPr txBox="1"/>
          <p:nvPr/>
        </p:nvSpPr>
        <p:spPr>
          <a:xfrm>
            <a:off x="7220056" y="4471792"/>
            <a:ext cx="504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h2</a:t>
            </a:r>
            <a:r>
              <a:rPr lang="en-US" sz="800" baseline="-25000" dirty="0">
                <a:solidFill>
                  <a:schemeClr val="bg1"/>
                </a:solidFill>
              </a:rPr>
              <a:t>256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D1EC4414-B7C7-6F8E-8B30-D963FE9DFAF0}"/>
              </a:ext>
            </a:extLst>
          </p:cNvPr>
          <p:cNvSpPr/>
          <p:nvPr/>
        </p:nvSpPr>
        <p:spPr>
          <a:xfrm>
            <a:off x="3084654" y="6227581"/>
            <a:ext cx="6151944" cy="43320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black box magic</a:t>
            </a:r>
          </a:p>
        </p:txBody>
      </p:sp>
    </p:spTree>
    <p:extLst>
      <p:ext uri="{BB962C8B-B14F-4D97-AF65-F5344CB8AC3E}">
        <p14:creationId xmlns:p14="http://schemas.microsoft.com/office/powerpoint/2010/main" val="380915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28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Neville Aga (neaga)</dc:creator>
  <cp:lastModifiedBy>Neville Aga (neaga)</cp:lastModifiedBy>
  <cp:revision>2</cp:revision>
  <dcterms:created xsi:type="dcterms:W3CDTF">2025-11-07T15:41:20Z</dcterms:created>
  <dcterms:modified xsi:type="dcterms:W3CDTF">2025-11-07T18:48:46Z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